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128016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食刻准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社区老年助餐的需求预测与营养约束备餐辅助系统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验收汇报　|　大创项目成果 ＋ Agent 优化效果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Agent：双创智能教练 V2.1.0　·　方向：社会治理和公共服务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全部结论标注证据类型：F 事实 / I 推断 / H 假设 / S 模拟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项目定位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我们要解决的问题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9525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1206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问题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社区助餐点的经营者无法预知明天有多少老人来吃饭，只能凭经验备餐——备多了浪费、备少了老人吃不上。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而最需要助餐的高龄独居老人，恰恰是最不会用手机预订的那群人。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00200"/>
            <a:ext cx="5029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用历史就餐规律与助餐点登记信息做次日需求预测，并叠加慢病营养约束，向经营者输出一张「明日备餐建议单」。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把凭经验的备餐，变成可解释、可复核、可追溯的定量决策。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37360"/>
            <a:ext cx="9525" cy="2834640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服务对象：助餐点经营者（B端）　｜　明确不服务：不面向老人做App、不做送餐履约、不做医疗建议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用户与场景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谁在什么场景下遇到什么问题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9525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角色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600200"/>
            <a:ext cx="9601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社区助餐点经营者／后厨负责人，通常同时负责采购与排班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377440"/>
            <a:ext cx="9601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每天决定次日采购多少食材、做多少份餐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154680"/>
            <a:ext cx="9601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前一天下午下单采购，次日上午备餐；就餐人数受天气、季节、身体状况影响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障碍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931920"/>
            <a:ext cx="9601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没有任何可靠的次日需求信息；老人不预订，现有微信群接龙覆盖不到不会用手机的高龄老人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后果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709160"/>
            <a:ext cx="9601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备多了食材浪费、成本上升；备少了老人吃不上、口碑受损——两者同时发生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不适用场景：已实行全预订制且人数稳定的助餐点／服务对象都会用智能手机的社区／日就餐不足10人的极小点位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证据分层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问题依据与证据边界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9525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A 级 · 权威公开来源（支撑人口规模与政策要求）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民政部《2023年民政事业发展统计公报》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全国60周岁及以上老年人口 29697 万人，占总人口 21.1%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民政部等11部门《积极发展老年助餐服务行动方案》（民发〔2023〕58号）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明确两阶段目标，要求到2026年底「多元供给格局基本形成，可持续发展能力得到巩固」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B 级 · 媒体报道（支撑「备餐浪费」这一具体判断）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中国农业大学团队调研（经媒体转述）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客流波动大 → 经营者难以确定备餐量 → 备餐不足或食材浪费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其余：国家统计局北京调查总队40家调研、青岛985处助餐机构数据、重庆单店账本等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532120"/>
            <a:ext cx="10908792" cy="713232"/>
          </a:xfrm>
          <a:prstGeom prst="rect">
            <a:avLst/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6509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⚠ 最重要的证据缺口：A级来源只支撑人口规模与政策要求，不支撑「备餐浪费严重」这一具体结论——后者目前仅有 B 级支撑，且所有比例数字均为媒体转述，未取得原始统计口径。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替代方案分析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现有做法与它的不足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9525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0879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657600"/>
                <a:gridCol w="4873752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替代方案</a:t>
                      </a:r>
                    </a:p>
                  </a:txBody>
                  <a:tcPr marL="91440" marR="9144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优点</a:t>
                      </a:r>
                    </a:p>
                  </a:txBody>
                  <a:tcPr marL="91440" marR="9144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不足</a:t>
                      </a:r>
                    </a:p>
                  </a:txBody>
                  <a:tcPr marL="91440" marR="91440">
                    <a:solidFill>
                      <a:srgbClr val="FCFC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251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微信群接龙预订</a:t>
                      </a:r>
                    </a:p>
                  </a:txBody>
                  <a:tcPr marL="91440" marR="91440"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251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显著提高备餐准确度，成本极低</a:t>
                      </a:r>
                    </a:p>
                  </a:txBody>
                  <a:tcPr marL="91440" marR="91440"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251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只覆盖会用智能手机的老人；依赖提前一天决定</a:t>
                      </a:r>
                    </a:p>
                  </a:txBody>
                  <a:tcPr marL="91440" marR="91440">
                    <a:solidFill>
                      <a:srgbClr val="F3F3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251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经营者经验估量</a:t>
                      </a:r>
                    </a:p>
                  </a:txBody>
                  <a:tcPr marL="91440" marR="91440"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251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无需额外工具</a:t>
                      </a:r>
                    </a:p>
                  </a:txBody>
                  <a:tcPr marL="91440" marR="91440"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251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无法应对天气、季节、临时事件带来的波动</a:t>
                      </a:r>
                    </a:p>
                  </a:txBody>
                  <a:tcPr marL="91440" marR="91440">
                    <a:solidFill>
                      <a:srgbClr val="F3F3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251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政府统一定量配餐</a:t>
                      </a:r>
                    </a:p>
                  </a:txBody>
                  <a:tcPr marL="91440" marR="91440"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251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规模效应、管理简单</a:t>
                      </a:r>
                    </a:p>
                  </a:txBody>
                  <a:tcPr marL="91440" marR="91440"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251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灵活性差，易造成区域整体供给过剩</a:t>
                      </a:r>
                    </a:p>
                  </a:txBody>
                  <a:tcPr marL="91440" marR="91440">
                    <a:solidFill>
                      <a:srgbClr val="F3F3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251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不使用任何产品</a:t>
                      </a:r>
                    </a:p>
                  </a:txBody>
                  <a:tcPr marL="91440" marR="91440"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251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无学习成本</a:t>
                      </a:r>
                    </a:p>
                  </a:txBody>
                  <a:tcPr marL="91440" marR="91440"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251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浪费与缺餐同时存在，在亏损点位上放大存亡风险</a:t>
                      </a:r>
                    </a:p>
                  </a:txBody>
                  <a:tcPr marL="91440" marR="91440">
                    <a:solidFill>
                      <a:srgbClr val="F3F3F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120640"/>
            <a:ext cx="10908792" cy="960120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248656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必须承认：微信群接龙预订已经解决了「愿意预订群体」的备餐准确性问题。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本项目的创新不在于「我们也做预订」，而在于覆盖接龙预订覆盖不到的人。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方案的核心机制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9525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200400" cy="658368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45720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历史就餐台账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人数、菜品、实耗食材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81051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87168"/>
            <a:ext cx="3200400" cy="658368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487168"/>
            <a:ext cx="45720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8775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需求预测引擎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历史规律 + 星期效应 + 天气/节假日修正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6517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28416"/>
            <a:ext cx="3200400" cy="658368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328416"/>
            <a:ext cx="45720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2900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慢病营养约束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份数与菜品结构的联合决策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49300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69664"/>
            <a:ext cx="3200400" cy="658368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69664"/>
            <a:ext cx="45720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70248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明日备餐建议单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经营者可调整，调整被记录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33425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10912"/>
            <a:ext cx="3200400" cy="658368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010912"/>
            <a:ext cx="45720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1149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实际数据回流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回算误差，修正模型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1645920"/>
            <a:ext cx="65836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三个关键设计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① 老人端零操作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预测能力放在经营者一侧，不要求老年人使用任何数字工具，从而覆盖数字能力最弱的高龄、独居老人。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② 份数与菜品结构联合决策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慢病营养约束会反过来限制可行的份数区间。把「做多少」和「做什么」分开决策，备餐计划在菜品层面无法执行。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③ 输出建议值而非配额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保留经营者调整权并记录调整，系统不替代人的判断，避免被用于削减老人餐食供应。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创新性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去掉所有技术名词之后，还剩什么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9525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需求预测与慢病营养约束的组合机制 —— 二者都是可独立成立的方法，不依赖任何大模型。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2615184" cy="1691640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新机制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需求预测与营养约束的耦合决策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0712" y="2606040"/>
            <a:ext cx="2615184" cy="1691640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283464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新组合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统计预测方法 + 营养约束规则 + 社区供餐场景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2606040"/>
            <a:ext cx="2615184" cy="1691640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283464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新场景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预测能力放在经营者侧，规避数字鸿沟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51976" y="2606040"/>
            <a:ext cx="2615184" cy="1691640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0576" y="283464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新效率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降低食材浪费率、减少缺餐，均可测量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17720"/>
            <a:ext cx="10908792" cy="1234440"/>
          </a:xfrm>
          <a:prstGeom prst="rect">
            <a:avLst/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我们不主张的部分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不含技术发明，不主张技术领先；AI 只承担台账录入与建议理由生成等体验层工作，不是价值层；本阶段未开展真实试点，所有浪费率下降幅度均为假设 H。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Agent 优化效果 · 关键证据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Agent 最严重缺陷的修复效果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9525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测试输入：U5 项目评审材料（明确写明「无来源」「创新点是使用AI」「盈利依靠广告」）——正确行为应当是给出低分并指出证据缺口。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3383280" cy="1965960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45720" cy="19659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13432"/>
            <a:ext cx="29718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87 / 100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修复前给出的分数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证据缺口：0 条
错误地认可了这个项目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2148840"/>
            <a:ext cx="3383280" cy="1965960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2148840"/>
            <a:ext cx="45720" cy="1965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2313432"/>
            <a:ext cx="29718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23.8 / 100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修复后给出的分数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证据缺口：15 条
质量等级 1（严重缺陷）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148840"/>
            <a:ext cx="3685032" cy="1965960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2148840"/>
            <a:ext cx="45720" cy="1965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2313432"/>
            <a:ext cx="3273552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2 条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主动提示的诚信风险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无来源数字 · 把「使用AI」当作创新点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34840"/>
            <a:ext cx="10908792" cy="1572768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90288"/>
            <a:ext cx="104698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修复前的根因：关键词匹配对否定式失效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输入里「无来源」三个字包含「来源」，于是系统判定「该项目提供了来源」。同一逻辑让「创新点是使用AI」通过了创新维度。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修复方式：证据门槛约束评分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全篇没有可定位来源时，任何维度不得超过满分的 40%；创新点若只落在技术采用上，创新维度不得超过 30%。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Agent 优化效果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V1 → V2：缺陷识别与处置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9525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按严重度统计的缺陷数量与处置结果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350008"/>
            <a:ext cx="5897880" cy="9525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08760" y="3076956"/>
            <a:ext cx="5897880" cy="9525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08760" y="3803904"/>
            <a:ext cx="5897880" cy="9525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08760" y="4530852"/>
            <a:ext cx="5897880" cy="9525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5257800"/>
            <a:ext cx="5897880" cy="9525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5294376"/>
            <a:ext cx="5897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0　　　　　　　　（单位：项）　　　　　　　　　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61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P0 阻断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2505090"/>
            <a:ext cx="2948940" cy="232623"/>
          </a:xfrm>
          <a:prstGeom prst="roundRect">
            <a:avLst>
              <a:gd name="adj" fmla="val 3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0852" y="24818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2729691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87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P1 严重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3474354"/>
            <a:ext cx="5897880" cy="232623"/>
          </a:xfrm>
          <a:prstGeom prst="roundRect">
            <a:avLst>
              <a:gd name="adj" fmla="val 3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345109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698955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9014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P2 一般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4443618"/>
            <a:ext cx="2948940" cy="232623"/>
          </a:xfrm>
          <a:prstGeom prst="roundRect">
            <a:avLst>
              <a:gd name="adj" fmla="val 3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0852" y="442035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4691481"/>
            <a:ext cx="982980" cy="232623"/>
          </a:xfrm>
          <a:prstGeom prst="roundRect">
            <a:avLst>
              <a:gd name="adj" fmla="val 3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4892" y="4668219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039112"/>
            <a:ext cx="118872" cy="1188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198424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已修复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2039112"/>
            <a:ext cx="118872" cy="11887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198424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延期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103120"/>
            <a:ext cx="3776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读法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3 项 P0 阻断与 6 项 P1 严重缺陷全部修复；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4 项 P2 一般缺陷中修复 3 项，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1 项明确延期（F1/F3 会话归属），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已在迭代文档中说明理由与风险。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AI 与人工的边界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缺陷由项目组在真实使用中识别，修复方案由项目组确定；Agent 用于辅助生成测试用例与文档草稿，最终判断与核验由成员负责。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数据来源：04_智能体迭代开发文档　·　全部原始记录保留在 tests/reports/ 与 logs/runs.jsonl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Agent 质量证据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自测试结果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9525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3383280" cy="1737360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45720" cy="17373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64792"/>
            <a:ext cx="2971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77 / 77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全部校验项通过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统一测试集 U1—U6：35 项校验
组内回归 13 例：42 项校验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691640"/>
            <a:ext cx="7223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测试集构成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U1—U6 统一测试集：输入逐字取自课程手册附录B，冻结后不得修改，用于组间可比。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组内回归测试 13 例：每条对应优化契约中的一个已修复缺陷，用于证明「承诺问题已修复」。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异常测试覆盖：不支持的文件类型、文件无法解析、会话不存在、输入超长、评审输入过短、学习问题为空。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11880"/>
            <a:ext cx="10908792" cy="1417320"/>
          </a:xfrm>
          <a:prstGeom prst="rect">
            <a:avLst/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49039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这份成绩不能说明系统没有问题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① 存在自证偏差，全部用例由开发者自行设计，只覆盖已识别的问题；② 测试期间大模型服务余额不足，F2 始终运行在降级模式，大模型主路径未被验证；③ 测试输入规模有限。以上局限已如实写入自测试报告。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发展前景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能否持续：收入逻辑与风险边界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9525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2120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单位经济测算（单个助餐点，全部为假设）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日均就餐　</a:t>
            </a: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100 人次（H）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单份食材成本　</a:t>
            </a: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8 元（H）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当前浪费率　</a:t>
            </a: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10%（H）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目标浪费率　</a:t>
            </a: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5%（H）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月节约　</a:t>
            </a: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约 1200 元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按 30% 分成　</a:t>
            </a: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单点月收入约 360 元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诚实的判断：单点年收入约 4320 元，客单价很低。要形成可持续业务必须做到相当规模，或转向街道／民政侧的付费模式。这是本商业模式最大的弱点。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2120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主要风险与应对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5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市场风险（高）：</a:t>
            </a: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助餐点普遍亏损、付费能力弱 → 按节约分成共担风险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5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需求假设风险（高）：</a:t>
            </a: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H-17 若不成立则痛点削弱 → 列为最高优先级验证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5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技术风险（中）：</a:t>
            </a: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预测精度不足 → 先用历史台账做回溯测试再投入开发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5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数据合规（高）：</a:t>
            </a: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涉老人健康与就餐信息 → 只处理去标识化聚合数据，营养约束以人群比例为单位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5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伦理风险（中）：</a:t>
            </a: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预测被用于削减供应 → 输出建议值而非配额，保留并记录调整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全部数字均为假设 H，本阶段未开展真实试点，不作为已实现效果陈述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局限与下一步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9525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5212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必须承认的局限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· 自测存在自证偏差，只覆盖开发者已识别的问题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· 大模型主路径因余额不足未经验证，验证的是降级路径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· F1/F3 无会话归属，教师端看不到这两个流程的使用记录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· 大创项目的核心问题判断目前只有 B 级证据支撑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· 营养约束仅有概念设计，缺营养学专业能力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· 商业模式偏弱，第一年悲观情景下明确亏损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72768"/>
            <a:ext cx="5212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下一步（按优先级）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扩大测试输入范围，降低自证偏差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用助餐点历史台账做需求预测回溯测试，验证核心机制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实地观察 2—3 天，验证最危险的假设 H-17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补齐 F1/F3 会话归属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联系营养师顾问，推进营养约束规则设计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6. </a:t>
            </a: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大模型额度恢复后补测 F2 主路径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623560"/>
            <a:ext cx="10908792" cy="658368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742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这门课真正训练我们的，是区分「看起来对」和「有证据」——一个系统输出流畅、结构完整，和它说的东西有依据，是完全不同的两件事。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备查：交付物与证据索引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9525"/>
          </a:xfrm>
          <a:prstGeom prst="rect">
            <a:avLst/>
          </a:prstGeom>
          <a:solidFill>
            <a:srgbClr val="DE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02 源代码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完整仓库；三个流程 + 证据引擎 + 测试集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21408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03 创新性项目开发文档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21408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证据台账、决策矩阵、商业逻辑、风险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96896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04 智能体迭代开发文档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596896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优化契约、13 项缺陷、V1/V2 对比方法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72384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05 创新性说明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072384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三项创新、与替代方案的实质差异、诚实边界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47872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06 自测试报告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547872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77/77 结果、未通过项、测试局限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07 用户手册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023360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安装、启动、三个流程、故障排查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98848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08 小组总结 / 09 个人总结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498848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过程复盘与个人贡献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230368"/>
            <a:ext cx="10908792" cy="914400"/>
          </a:xfrm>
          <a:prstGeom prst="rect">
            <a:avLst/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37667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可复现性：Agent 版本 2.1.0 ｜ 版本快照接口 GET /api/version ｜ 运行记录 logs/runs.jsonl ｜ 测试报告 tests/reports/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8985"/>
                </a:solidFill>
                <a:latin typeface="微软雅黑"/>
                <a:ea typeface="微软雅黑"/>
                <a:cs typeface="微软雅黑"/>
              </a:rPr>
              <a:t>所有原始对话、失败记录与人工干预均已保留，未做筛选。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